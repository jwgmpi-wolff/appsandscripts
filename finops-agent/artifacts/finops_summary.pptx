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FinOps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Generated 2026-06-09T21:33:28.034345+00:00</a:t>
            </a:r>
          </a:p>
          <a:p>
            <a:r>
              <a:t>Period 2026-05-01T21:31:51.247762+00:00 to 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AzureBackup_wolffcmkvmpoc02_721280347328949 | Microsoft.Compute/restorePointCollections | westus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Advisor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74e8511d-561b-1b28-a4e1-7a69b745a145 (High) | Unknown resource | Resv1Y 281.0 | SP1Y 281.0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Reservation and Savings Plan Details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94183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6459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407963">
                <a:tc>
                  <a:txBody>
                    <a:bodyPr wrap="none"/>
                    <a:lstStyle/>
                    <a:p>
                      <a:r>
                        <a:rPr sz="700"/>
                        <a:t>Resource ID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Resource Name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Recommendation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Resv1Y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Resv2Y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Resv3Y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SP1Y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SP2Y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700"/>
                        <a:t>SP3Y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/subscriptions/5755893a-8056-4ba8-9916-1133c80a80f3/resourceGroups/wolffentplogsrg/providers/Microsoft.EventHub/namespaces/ADX-EG-wolffentplogcluster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ADX-EG-wolffentplogcluster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6082056b-fc7a-e6ab-eb07-0bb4ff7fd7b8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Unknown resource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a2483a37-1437-4bd2-f4c3-b8e8bb7cedcd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844.0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1266.0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844.0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1266.0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Unknown resource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4cdaea8d-95c3-3e3a-39b9-6e72980e0cf3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844.0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1266.0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844.0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1266.0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Unknown resource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42f43fd4-0f89-3a08-b21c-b499cb465d90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844.0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1266.0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422.0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844.0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1266.0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Unknown resource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ea827a99-5b15-9d15-332a-aa74044bbefc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281.0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562.0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843.0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281.0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562.0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843.0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Unknown resource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74e8511d-561b-1b28-a4e1-7a69b745a145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281.0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562.0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843.0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281.0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562.0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843.0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Unknown resource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e56c672d-9ef6-1bf4-dec1-df13fe733adb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281.0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562.0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843.0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281.0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562.0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843.0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/subscriptions/5755893a-8056-4ba8-9916-1133c80a80f3/resourcegroups/wolffautomationrg/providers/microsoft.compute/virtualmachines/wolffautohybrworker01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wolffautohybrworker01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20a69d2e-8577-d698-9f2d-a83c852aeab9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/subscriptions/5755893a-8056-4ba8-9916-1133c80a80f3/resourcegroups/jwgovernance/providers/microsoft.hybridcompute/machines/wolffsurfacepc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wolffsurfacepc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b66800f1-a271-35e5-caed-3ad586b1182d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/subscriptions/5755893a-8056-4ba8-9916-1133c80a80f3/resourcegroups/wolffautomationrg/providers/microsoft.compute/virtualmachines/wolffautohywkr2-v5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wolffautohywkr2-v5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558da2e1-2b63-9e39-89f3-76c6bd85ddc7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</a:tr>
              <a:tr h="407963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/subscriptions/5755893a-8056-4ba8-9916-1133c80a80f3/resourcegroups/jwgovernance/providers/microsoft.hybridcompute/machines/wolfflenovo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wolfflenovo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00408de0-9d6e-676e-ff1a-0faee219cc52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</a:tr>
              <a:tr h="407964">
                <a:tc>
                  <a:txBody>
                    <a:bodyPr wrap="none"/>
                    <a:lstStyle/>
                    <a:p>
                      <a:r>
                        <a:rPr sz="600"/>
                        <a:t>/subscriptions/5755893a-8056-4ba8-9916-1133c80a80f3/resourcegroups/wolffentpopenairg/providers/microsoft.documentdb/databaseaccounts/db-wolffentpopenai4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db-wolffentpopenai4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4dee24c1-e6bf-3957-543e-f19a5f1810e7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  <a:tc>
                  <a:txBody>
                    <a:bodyPr wrap="none"/>
                    <a:lstStyle/>
                    <a:p>
                      <a:r>
                        <a:rPr sz="600"/>
                        <a:t>None</a:t>
                      </a:r>
                    </a:p>
                  </a:txBody>
                  <a:tcPr marL="27432" marR="2743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