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FinOps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Generated 2026-06-09T20:57:11.670097+00:00</a:t>
            </a:r>
          </a:p>
          <a:p>
            <a:r>
              <a:t>Period 2026-05-01T20:55:34.382956+00:00 to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AzureBackup_wolffcmkvmpoc02_721280347328949 | Microsoft.Compute/restorePointCollections | westus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Advisor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cf48fc77-a40d-2629-7403-04039ba4cd86 (High) | Unknown resource | Resv1Y 2054.0 | SP1Y 2054.0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Reservation and Savings Plan Details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610"/>
                <a:gridCol w="1451610"/>
                <a:gridCol w="1451610"/>
                <a:gridCol w="1451610"/>
                <a:gridCol w="1451610"/>
                <a:gridCol w="1451610"/>
                <a:gridCol w="1451610"/>
                <a:gridCol w="1451610"/>
              </a:tblGrid>
              <a:tr h="482138">
                <a:tc>
                  <a:txBody>
                    <a:bodyPr/>
                    <a:lstStyle/>
                    <a:p>
                      <a:r>
                        <a:t>Recommendation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Resv1Y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Resv2Y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Resv3Y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SP1Y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SP2Y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SP3Y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r>
                        <a:t>ff9b060e-5519-13ae-c3b4-489b2cf28f5c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Unknown resource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r>
                        <a:t>06dc298f-f1f0-3a6a-6891-9c139eaaaf57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workbookauditacr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r>
                        <a:t>6082056b-fc7a-e6ab-eb07-0bb4ff7fd7b8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ADX-EG-wolffentplogcluster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r>
                        <a:t>c4560858-ccff-73b7-e143-2c1f6a58348d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wolffentpsqlsvr01/master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r>
                        <a:t>c9dab0d5-578b-7823-6466-3cb645a3c350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Unknown resource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3613.0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7226.0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10839.0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3613.0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7226.0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10839.0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r>
                        <a:t>cf48fc77-a40d-2629-7403-04039ba4cd86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Unknown resource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2054.0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4108.0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6162.0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2054.0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4108.0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6162.0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r>
                        <a:t>9e4fecf9-c5bb-aef4-3996-5e35c9205b8d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wolffavdkeyvault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r>
                        <a:t>f1b66d6d-a84c-1593-612d-378e75c4751f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wolffmlkv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r>
                        <a:t>31834388-54e5-0626-376c-51a6d61d9a51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wolffentpkeyvault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</a:tr>
              <a:tr h="482140">
                <a:tc>
                  <a:txBody>
                    <a:bodyPr/>
                    <a:lstStyle/>
                    <a:p>
                      <a:r>
                        <a:t>698c5013-3186-9d4a-2424-077614f633f2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kv-suicidepoc-2wj7owxmrb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